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tonabyzov/Projects/github/specweave-umb/tools/concept-art/gameplay-sce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A0E27">
              <a:alpha val="85000"/>
            </a:srgbClr>
          </a:solidFill>
          <a:ln/>
        </p:spPr>
      </p:sp>
      <p:pic>
        <p:nvPicPr>
          <p:cNvPr id="5" name="Image 1" descr="/Users/antonabyzov/Projects/github/specweave-umb/tools/concept-art/ec-logo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365760" cy="4206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1097280"/>
            <a:ext cx="457200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1620000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STREET</a:t>
            </a:r>
            <a:endParaRPr lang="en-US" sz="64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CHAMP</a:t>
            </a:r>
            <a:endParaRPr lang="en-US" sz="6400" dirty="0"/>
          </a:p>
        </p:txBody>
      </p:sp>
      <p:sp>
        <p:nvSpPr>
          <p:cNvPr id="7" name="Text 3"/>
          <p:cNvSpPr/>
          <p:nvPr/>
        </p:nvSpPr>
        <p:spPr>
          <a:xfrm>
            <a:off x="548640" y="2926080"/>
            <a:ext cx="45720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Pitch  —  PlayStation 5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48640" y="3291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0" y="4343400"/>
            <a:ext cx="9144000" cy="548640"/>
          </a:xfrm>
          <a:prstGeom prst="rect">
            <a:avLst/>
          </a:prstGeom>
          <a:solidFill>
            <a:srgbClr val="1A2158">
              <a:alpha val="8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389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EASYCHAMP, INC.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0" y="4389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easychamp.com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931920" y="46177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Game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046720" cy="1371600"/>
          </a:xfrm>
          <a:prstGeom prst="rect">
            <a:avLst>
              <a:gd name="adj" fmla="val 5333"/>
            </a:avLst>
          </a:prstGeom>
          <a:solidFill>
            <a:srgbClr val="141A4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Champ is a fast-paced, arcade-style 3v3 street football game built for PS5. Players assemble crews, master trick moves, and compete in iconic urban courts worldwide. Think FIFA Street meets modern indie craft — tight controls, expressive animations, and addictive online competition.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2514600" cy="1371600"/>
          </a:xfrm>
          <a:prstGeom prst="rect">
            <a:avLst>
              <a:gd name="adj" fmla="val 5333"/>
            </a:avLst>
          </a:prstGeom>
          <a:solidFill>
            <a:srgbClr val="141A4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175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3v3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per side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926080"/>
            <a:ext cx="2514600" cy="1371600"/>
          </a:xfrm>
          <a:prstGeom prst="rect">
            <a:avLst>
              <a:gd name="adj" fmla="val 5333"/>
            </a:avLst>
          </a:prstGeom>
          <a:solidFill>
            <a:srgbClr val="141A42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30175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37560" y="37033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courts worldwide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926080"/>
            <a:ext cx="2514600" cy="1371600"/>
          </a:xfrm>
          <a:prstGeom prst="rect">
            <a:avLst>
              <a:gd name="adj" fmla="val 5333"/>
            </a:avLst>
          </a:prstGeom>
          <a:solidFill>
            <a:srgbClr val="141A42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30175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26480" y="37033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 moves to master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PLATFORM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931920" y="46177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PlayStation 5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931920" cy="3200400"/>
          </a:xfrm>
          <a:prstGeom prst="rect">
            <a:avLst>
              <a:gd name="adj" fmla="val 2286"/>
            </a:avLst>
          </a:prstGeom>
          <a:solidFill>
            <a:srgbClr val="141A4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PLATFORM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137160" cy="137160"/>
          </a:xfrm>
          <a:prstGeom prst="ellipse">
            <a:avLst/>
          </a:prstGeom>
          <a:solidFill>
            <a:srgbClr val="2D7FF9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783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DualSense Haptics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011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every touch, tackle, and trick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468880"/>
            <a:ext cx="137160" cy="137160"/>
          </a:xfrm>
          <a:prstGeom prst="ellipse">
            <a:avLst/>
          </a:prstGeom>
          <a:solidFill>
            <a:srgbClr val="2D7FF9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377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Triggers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606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resistance for power shots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063240"/>
            <a:ext cx="137160" cy="137160"/>
          </a:xfrm>
          <a:prstGeom prst="ellipse">
            <a:avLst/>
          </a:prstGeom>
          <a:solidFill>
            <a:srgbClr val="2D7FF9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971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Streaming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200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court loading, zero wait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3657600"/>
            <a:ext cx="137160" cy="137160"/>
          </a:xfrm>
          <a:prstGeom prst="ellipse">
            <a:avLst/>
          </a:prstGeom>
          <a:solidFill>
            <a:srgbClr val="2D7FF9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566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Audio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7947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Tempest-powered crowd and ball acoustics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3931920" cy="1371600"/>
          </a:xfrm>
          <a:prstGeom prst="rect">
            <a:avLst>
              <a:gd name="adj" fmla="val 5333"/>
            </a:avLst>
          </a:prstGeom>
          <a:solidFill>
            <a:srgbClr val="141A42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417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Unreal Engine 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3776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Nanite, Lumen, MetaHuman pipeline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834640"/>
            <a:ext cx="3931920" cy="1645920"/>
          </a:xfrm>
          <a:prstGeom prst="rect">
            <a:avLst>
              <a:gd name="adj" fmla="val 4444"/>
            </a:avLst>
          </a:prstGeom>
          <a:solidFill>
            <a:srgbClr val="1A2158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971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0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D8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PlayStation 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937760" y="36576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Scaled-down visuals, same core gameplay.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110M+ installed base.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931920" y="46177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Gameplay &amp; Genre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7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Arcade Sports  /  Multiplayer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LOOP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1463040" cy="457200"/>
          </a:xfrm>
          <a:prstGeom prst="rect">
            <a:avLst>
              <a:gd name="adj" fmla="val 10000"/>
            </a:avLst>
          </a:prstGeom>
          <a:solidFill>
            <a:srgbClr val="141A4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37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Crew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17373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3B0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12848" y="1737360"/>
            <a:ext cx="1463040" cy="457200"/>
          </a:xfrm>
          <a:prstGeom prst="rect">
            <a:avLst>
              <a:gd name="adj" fmla="val 10000"/>
            </a:avLst>
          </a:prstGeom>
          <a:solidFill>
            <a:srgbClr val="141A42"/>
          </a:solidFill>
          <a:ln/>
        </p:spPr>
      </p:sp>
      <p:sp>
        <p:nvSpPr>
          <p:cNvPr id="12" name="Text 10"/>
          <p:cNvSpPr/>
          <p:nvPr/>
        </p:nvSpPr>
        <p:spPr>
          <a:xfrm>
            <a:off x="2212848" y="1737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Match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75888" y="17373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3B0"/>
                </a:solidFill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77056" y="1737360"/>
            <a:ext cx="1463040" cy="457200"/>
          </a:xfrm>
          <a:prstGeom prst="rect">
            <a:avLst>
              <a:gd name="adj" fmla="val 10000"/>
            </a:avLst>
          </a:prstGeom>
          <a:solidFill>
            <a:srgbClr val="2D7FF9"/>
          </a:solidFill>
          <a:ln/>
        </p:spPr>
      </p:sp>
      <p:sp>
        <p:nvSpPr>
          <p:cNvPr id="15" name="Text 13"/>
          <p:cNvSpPr/>
          <p:nvPr/>
        </p:nvSpPr>
        <p:spPr>
          <a:xfrm>
            <a:off x="3877056" y="1737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with Style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40096" y="17373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3B0"/>
                </a:solidFill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541264" y="1737360"/>
            <a:ext cx="1463040" cy="457200"/>
          </a:xfrm>
          <a:prstGeom prst="rect">
            <a:avLst>
              <a:gd name="adj" fmla="val 10000"/>
            </a:avLst>
          </a:prstGeom>
          <a:solidFill>
            <a:srgbClr val="141A42"/>
          </a:solidFill>
          <a:ln/>
        </p:spPr>
      </p:sp>
      <p:sp>
        <p:nvSpPr>
          <p:cNvPr id="18" name="Text 16"/>
          <p:cNvSpPr/>
          <p:nvPr/>
        </p:nvSpPr>
        <p:spPr>
          <a:xfrm>
            <a:off x="5541264" y="1737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Rep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04304" y="17373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3B0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205472" y="1737360"/>
            <a:ext cx="1463040" cy="457200"/>
          </a:xfrm>
          <a:prstGeom prst="rect">
            <a:avLst>
              <a:gd name="adj" fmla="val 10000"/>
            </a:avLst>
          </a:prstGeom>
          <a:solidFill>
            <a:srgbClr val="141A42"/>
          </a:solidFill>
          <a:ln/>
        </p:spPr>
      </p:sp>
      <p:sp>
        <p:nvSpPr>
          <p:cNvPr id="21" name="Text 19"/>
          <p:cNvSpPr/>
          <p:nvPr/>
        </p:nvSpPr>
        <p:spPr>
          <a:xfrm>
            <a:off x="7205472" y="1737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2423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743200"/>
            <a:ext cx="2514600" cy="1828800"/>
          </a:xfrm>
          <a:prstGeom prst="rect">
            <a:avLst>
              <a:gd name="adj" fmla="val 4000"/>
            </a:avLst>
          </a:prstGeom>
          <a:solidFill>
            <a:srgbClr val="141A4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7F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1520" y="3200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 System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Flashy moves boost your score multiplier — but can be intercepted. High risk, high reward.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37560" y="2743200"/>
            <a:ext cx="2514600" cy="1828800"/>
          </a:xfrm>
          <a:prstGeom prst="rect">
            <a:avLst>
              <a:gd name="adj" fmla="val 4000"/>
            </a:avLst>
          </a:prstGeom>
          <a:solidFill>
            <a:srgbClr val="141A42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7F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520440" y="3200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Chemistry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0440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who play together develop unique combo moves and synergies over time.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2743200"/>
            <a:ext cx="2514600" cy="1828800"/>
          </a:xfrm>
          <a:prstGeom prst="rect">
            <a:avLst>
              <a:gd name="adj" fmla="val 4000"/>
            </a:avLst>
          </a:prstGeom>
          <a:solidFill>
            <a:srgbClr val="141A42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7F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09360" y="3200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Hazards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09360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venue has unique elements — puddles, walls for ricochets, spectator distractions.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931920" y="46177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Release Strategy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063240" y="1965960"/>
            <a:ext cx="274320" cy="27432"/>
          </a:xfrm>
          <a:prstGeom prst="rect">
            <a:avLst/>
          </a:prstGeom>
          <a:solidFill>
            <a:srgbClr val="8B93B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80160"/>
            <a:ext cx="2514600" cy="2011680"/>
          </a:xfrm>
          <a:prstGeom prst="rect">
            <a:avLst>
              <a:gd name="adj" fmla="val 3636"/>
            </a:avLst>
          </a:prstGeom>
          <a:solidFill>
            <a:srgbClr val="141A4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Early Access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gameplay, 4 courts,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matchmaking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1965960"/>
            <a:ext cx="274320" cy="27432"/>
          </a:xfrm>
          <a:prstGeom prst="rect">
            <a:avLst/>
          </a:prstGeom>
          <a:solidFill>
            <a:srgbClr val="8B93B0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280160"/>
            <a:ext cx="2514600" cy="2011680"/>
          </a:xfrm>
          <a:prstGeom prst="rect">
            <a:avLst>
              <a:gd name="adj" fmla="val 3636"/>
            </a:avLst>
          </a:prstGeom>
          <a:solidFill>
            <a:srgbClr val="2D7FF9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417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Launch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66160" y="2194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courts, story mode,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play, 20+ characters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514600" cy="2011680"/>
          </a:xfrm>
          <a:prstGeom prst="rect">
            <a:avLst>
              <a:gd name="adj" fmla="val 3636"/>
            </a:avLst>
          </a:prstGeom>
          <a:solidFill>
            <a:srgbClr val="141A42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417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Service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5080" y="2194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content drops,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courts &amp; tournaments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931920" cy="914400"/>
          </a:xfrm>
          <a:prstGeom prst="rect">
            <a:avLst>
              <a:gd name="adj" fmla="val 8000"/>
            </a:avLst>
          </a:prstGeom>
          <a:solidFill>
            <a:srgbClr val="141A4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$19.99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743200" y="3703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Indie Tier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Digital-first on PlayStation Store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611880"/>
            <a:ext cx="3931920" cy="914400"/>
          </a:xfrm>
          <a:prstGeom prst="rect">
            <a:avLst>
              <a:gd name="adj" fmla="val 8000"/>
            </a:avLst>
          </a:prstGeom>
          <a:solidFill>
            <a:srgbClr val="141A42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Post-Launch Content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40233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drops — new courts, characters,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limited-time tournament modes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931920" y="46177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Plays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514600" cy="2423160"/>
          </a:xfrm>
          <a:prstGeom prst="rect">
            <a:avLst>
              <a:gd name="adj" fmla="val 3019"/>
            </a:avLst>
          </a:prstGeom>
          <a:solidFill>
            <a:srgbClr val="141A4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7F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13716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Casuals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7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 16–34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players who want something faster, more accessible, and more expressive.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234440"/>
            <a:ext cx="2514600" cy="2423160"/>
          </a:xfrm>
          <a:prstGeom prst="rect">
            <a:avLst>
              <a:gd name="adj" fmla="val 3019"/>
            </a:avLst>
          </a:prstGeom>
          <a:solidFill>
            <a:srgbClr val="141A42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280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7F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43400" y="13716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20440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 Co-op Players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21031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7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&amp; families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2423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3v3 split-screen brings back the shared-screen sports game experience.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234440"/>
            <a:ext cx="2514600" cy="2423160"/>
          </a:xfrm>
          <a:prstGeom prst="rect">
            <a:avLst>
              <a:gd name="adj" fmla="val 3019"/>
            </a:avLst>
          </a:prstGeom>
          <a:solidFill>
            <a:srgbClr val="141A42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280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7F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132320" y="13716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09360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Creators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21031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7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Streamers &amp; clip makers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2423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 system generates shareable highlights. Built-in replay tools.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8046720" cy="685800"/>
          </a:xfrm>
          <a:prstGeom prst="rect">
            <a:avLst>
              <a:gd name="adj" fmla="val 10667"/>
            </a:avLst>
          </a:prstGeom>
          <a:solidFill>
            <a:srgbClr val="1A215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14-YEAR MARKET GAP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206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active street football franchise on PlayStation since FIFA Street 4 (2012). Massive unserved demand.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931920" y="46177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Features &amp; Mechanics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514600" cy="1005840"/>
          </a:xfrm>
          <a:prstGeom prst="rect">
            <a:avLst>
              <a:gd name="adj" fmla="val 5455"/>
            </a:avLst>
          </a:prstGeom>
          <a:solidFill>
            <a:srgbClr val="141A42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371600"/>
            <a:ext cx="164592" cy="164592"/>
          </a:xfrm>
          <a:prstGeom prst="ellipse">
            <a:avLst/>
          </a:prstGeom>
          <a:solidFill>
            <a:srgbClr val="2D7FF9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325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3v3 Online Multiplayer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645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and casual matchmaking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234440"/>
            <a:ext cx="2514600" cy="1005840"/>
          </a:xfrm>
          <a:prstGeom prst="rect">
            <a:avLst>
              <a:gd name="adj" fmla="val 5455"/>
            </a:avLst>
          </a:prstGeom>
          <a:solidFill>
            <a:srgbClr val="141A42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0" y="1371600"/>
            <a:ext cx="164592" cy="164592"/>
          </a:xfrm>
          <a:prstGeom prst="ellipse">
            <a:avLst/>
          </a:prstGeom>
          <a:solidFill>
            <a:srgbClr val="2D7FF9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325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Co-op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1645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Split-screen for up to 6 players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514600" cy="1005840"/>
          </a:xfrm>
          <a:prstGeom prst="rect">
            <a:avLst>
              <a:gd name="adj" fmla="val 5455"/>
            </a:avLst>
          </a:prstGeom>
          <a:solidFill>
            <a:srgbClr val="141A42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1371600"/>
            <a:ext cx="164592" cy="164592"/>
          </a:xfrm>
          <a:prstGeom prst="ellipse">
            <a:avLst/>
          </a:prstGeom>
          <a:solidFill>
            <a:srgbClr val="2D7FF9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325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645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through global street leagues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423160"/>
            <a:ext cx="2514600" cy="1005840"/>
          </a:xfrm>
          <a:prstGeom prst="rect">
            <a:avLst>
              <a:gd name="adj" fmla="val 5455"/>
            </a:avLst>
          </a:prstGeom>
          <a:solidFill>
            <a:srgbClr val="141A42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560320"/>
            <a:ext cx="164592" cy="164592"/>
          </a:xfrm>
          <a:prstGeom prst="ellipse">
            <a:avLst/>
          </a:prstGeom>
          <a:solidFill>
            <a:srgbClr val="2D7FF9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2514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System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2834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Recruit, customize, level up your squad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423160"/>
            <a:ext cx="2514600" cy="1005840"/>
          </a:xfrm>
          <a:prstGeom prst="rect">
            <a:avLst>
              <a:gd name="adj" fmla="val 5455"/>
            </a:avLst>
          </a:prstGeom>
          <a:solidFill>
            <a:srgbClr val="141A42"/>
          </a:solidFill>
          <a:ln/>
        </p:spPr>
      </p:sp>
      <p:sp>
        <p:nvSpPr>
          <p:cNvPr id="23" name="Shape 21"/>
          <p:cNvSpPr/>
          <p:nvPr/>
        </p:nvSpPr>
        <p:spPr>
          <a:xfrm>
            <a:off x="3474720" y="2560320"/>
            <a:ext cx="164592" cy="164592"/>
          </a:xfrm>
          <a:prstGeom prst="ellipse">
            <a:avLst/>
          </a:prstGeom>
          <a:solidFill>
            <a:srgbClr val="2D7FF9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2514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 Engine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2834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moves with skill-based combos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423160"/>
            <a:ext cx="2514600" cy="1005840"/>
          </a:xfrm>
          <a:prstGeom prst="rect">
            <a:avLst>
              <a:gd name="adj" fmla="val 5455"/>
            </a:avLst>
          </a:prstGeom>
          <a:solidFill>
            <a:srgbClr val="141A42"/>
          </a:solidFill>
          <a:ln/>
        </p:spPr>
      </p:sp>
      <p:sp>
        <p:nvSpPr>
          <p:cNvPr id="27" name="Shape 25"/>
          <p:cNvSpPr/>
          <p:nvPr/>
        </p:nvSpPr>
        <p:spPr>
          <a:xfrm>
            <a:off x="6263640" y="2560320"/>
            <a:ext cx="164592" cy="164592"/>
          </a:xfrm>
          <a:prstGeom prst="ellipse">
            <a:avLst/>
          </a:prstGeom>
          <a:solidFill>
            <a:srgbClr val="2D7FF9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2514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Editor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2834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courts, PS5 share integration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749040"/>
            <a:ext cx="8046720" cy="640080"/>
          </a:xfrm>
          <a:prstGeom prst="rect">
            <a:avLst>
              <a:gd name="adj" fmla="val 8571"/>
            </a:avLst>
          </a:prstGeom>
          <a:solidFill>
            <a:srgbClr val="2D7FF9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DUALSENSE INTEGRATION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40416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 ball control  ·  Adaptive trigger power shots  ·  Controller speaker crowd chants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4348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3–5  ·  Unreal Engine 5  ·  18-month production timeline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931920" y="46177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&amp; Feel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STYLE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Stylized Semi-Realistic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Fortnite's expressiveness meets authentic street culture. Bold outlines, vibrant lighting, graffiti environments. Diverse, customizable characters with real streetwear.</a:t>
            </a:r>
            <a:endParaRPr lang="en-US" sz="1100" dirty="0"/>
          </a:p>
        </p:txBody>
      </p:sp>
      <p:pic>
        <p:nvPicPr>
          <p:cNvPr id="9" name="Image 0" descr="/Users/antonabyzov/Projects/github/specweave-umb/tools/concept-art/court-environm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188720"/>
            <a:ext cx="3977640" cy="2240280"/>
          </a:xfrm>
          <a:prstGeom prst="ellipse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63440" y="324612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Environment Concept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48640" y="2788920"/>
            <a:ext cx="3840480" cy="777240"/>
          </a:xfrm>
          <a:prstGeom prst="rect">
            <a:avLst>
              <a:gd name="adj" fmla="val 9412"/>
            </a:avLst>
          </a:prstGeom>
          <a:solidFill>
            <a:srgbClr val="141A42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8529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" y="3063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Lo-fi hip-hop, electronic beats. Dynamic crowd reactions. Street ambience — traffic, boomboxes, urban life.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3794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" y="4023360"/>
            <a:ext cx="2514600" cy="411480"/>
          </a:xfrm>
          <a:prstGeom prst="rect">
            <a:avLst>
              <a:gd name="adj" fmla="val 11111"/>
            </a:avLst>
          </a:prstGeom>
          <a:solidFill>
            <a:srgbClr val="141A42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4023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 Set Radio  —  Style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337560" y="4023360"/>
            <a:ext cx="2514600" cy="411480"/>
          </a:xfrm>
          <a:prstGeom prst="rect">
            <a:avLst>
              <a:gd name="adj" fmla="val 11111"/>
            </a:avLst>
          </a:prstGeom>
          <a:solidFill>
            <a:srgbClr val="141A42"/>
          </a:solidFill>
          <a:ln/>
        </p:spPr>
      </p:sp>
      <p:sp>
        <p:nvSpPr>
          <p:cNvPr id="18" name="Text 15"/>
          <p:cNvSpPr/>
          <p:nvPr/>
        </p:nvSpPr>
        <p:spPr>
          <a:xfrm>
            <a:off x="3337560" y="4023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Street  —  Gameplay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26480" y="4023360"/>
            <a:ext cx="2514600" cy="411480"/>
          </a:xfrm>
          <a:prstGeom prst="rect">
            <a:avLst>
              <a:gd name="adj" fmla="val 11111"/>
            </a:avLst>
          </a:prstGeom>
          <a:solidFill>
            <a:srgbClr val="141A42"/>
          </a:solidFill>
          <a:ln/>
        </p:spPr>
      </p:sp>
      <p:sp>
        <p:nvSpPr>
          <p:cNvPr id="20" name="Text 17"/>
          <p:cNvSpPr/>
          <p:nvPr/>
        </p:nvSpPr>
        <p:spPr>
          <a:xfrm>
            <a:off x="6126480" y="4023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 League  —  Comp. Loop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VISUALS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931920" y="46177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Art</a:t>
            </a:r>
            <a:endParaRPr lang="en-US" sz="3400" dirty="0"/>
          </a:p>
        </p:txBody>
      </p:sp>
      <p:pic>
        <p:nvPicPr>
          <p:cNvPr id="6" name="Image 0" descr="/Users/antonabyzov/Projects/github/specweave-umb/tools/concept-art/gameplay-sce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029200" cy="283464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93192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In-Game Gameplay Concept</a:t>
            </a:r>
            <a:endParaRPr lang="en-US" sz="800" dirty="0"/>
          </a:p>
        </p:txBody>
      </p:sp>
      <p:pic>
        <p:nvPicPr>
          <p:cNvPr id="8" name="Image 1" descr="/Users/antonabyzov/Projects/github/specweave-umb/tools/concept-art/character-lineu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34440"/>
            <a:ext cx="2880360" cy="1618488"/>
          </a:xfrm>
          <a:prstGeom prst="ellipse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60720" y="2743200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Roster Concept</a:t>
            </a:r>
            <a:endParaRPr lang="en-US" sz="800" dirty="0"/>
          </a:p>
        </p:txBody>
      </p:sp>
      <p:pic>
        <p:nvPicPr>
          <p:cNvPr id="10" name="Image 2" descr="/Users/antonabyzov/Projects/github/specweave-umb/tools/concept-art/court-environmen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017520"/>
            <a:ext cx="2880360" cy="1618488"/>
          </a:xfrm>
          <a:prstGeom prst="ellipse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60720" y="4526280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Concept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STUDIO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931920" y="46177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EasyChamp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931920" cy="2103120"/>
          </a:xfrm>
          <a:prstGeom prst="rect">
            <a:avLst>
              <a:gd name="adj" fmla="val 3478"/>
            </a:avLst>
          </a:prstGeom>
          <a:solidFill>
            <a:srgbClr val="141A42"/>
          </a:solidFill>
          <a:ln/>
        </p:spPr>
      </p:sp>
      <p:pic>
        <p:nvPicPr>
          <p:cNvPr id="7" name="Image 0" descr="/Users/antonabyzov/Projects/github/specweave-umb/tools/concept-art/ec-logo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201168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325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EASYCHAMP, INC.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1691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737360" y="1691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Delaware C-Corporation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737360" y="2011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2331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737360" y="2331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Interactive Entertainment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" y="2651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737360" y="2651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Isles Beach, FL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" y="2971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737360" y="2971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(founder + contractors)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1234440"/>
            <a:ext cx="3931920" cy="2103120"/>
          </a:xfrm>
          <a:prstGeom prst="rect">
            <a:avLst>
              <a:gd name="adj" fmla="val 3478"/>
            </a:avLst>
          </a:prstGeom>
          <a:solidFill>
            <a:srgbClr val="141A42"/>
          </a:solidFill>
          <a:ln/>
        </p:spPr>
      </p:sp>
      <p:sp>
        <p:nvSpPr>
          <p:cNvPr id="20" name="Text 17"/>
          <p:cNvSpPr/>
          <p:nvPr/>
        </p:nvSpPr>
        <p:spPr>
          <a:xfrm>
            <a:off x="4937760" y="1325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3776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Anton Abyzov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4937760" y="20574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with 10+ years of experience building scalable systems and real-time applications. Leading the studio's expansion into interactive entertainment with a focus on multiplayer game architecture.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3566160"/>
            <a:ext cx="8046720" cy="594360"/>
          </a:xfrm>
          <a:prstGeom prst="rect">
            <a:avLst>
              <a:gd name="adj" fmla="val 9231"/>
            </a:avLst>
          </a:prstGeom>
          <a:solidFill>
            <a:srgbClr val="2D7FF9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3611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WE’RE SEEKING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22960" y="38404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PlayStation dev kit access to optimize for PS5 hardware, DualSense features, and console certification pipeline.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4251960"/>
            <a:ext cx="8046720" cy="365760"/>
          </a:xfrm>
          <a:prstGeom prst="rect">
            <a:avLst>
              <a:gd name="adj" fmla="val 12500"/>
            </a:avLst>
          </a:prstGeom>
          <a:solidFill>
            <a:srgbClr val="141A42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" y="42519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Core prototype in development  ·  Unreal Engine 5  ·  Vertical slice targeting Q3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560320"/>
            <a:ext cx="4114800" cy="4114800"/>
          </a:xfrm>
          <a:prstGeom prst="ellipse">
            <a:avLst/>
          </a:prstGeom>
          <a:solidFill>
            <a:srgbClr val="1A2158"/>
          </a:solidFill>
          <a:ln/>
        </p:spPr>
      </p:sp>
      <p:pic>
        <p:nvPicPr>
          <p:cNvPr id="3" name="Image 0" descr="/Users/antonabyzov/Projects/github/specweave-umb/tools/concept-art/ec-logo-lab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1945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05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7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build something great for PlayStation.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5029200" cy="1920240"/>
          </a:xfrm>
          <a:prstGeom prst="rect">
            <a:avLst>
              <a:gd name="adj" fmla="val 3810"/>
            </a:avLst>
          </a:prstGeom>
          <a:solidFill>
            <a:srgbClr val="141A42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331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920240" y="2331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EasyChamp, Inc.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6609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20240" y="26609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 Abyzov — Founder &amp; CEO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2990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920240" y="2990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admin@easychamp.com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3319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920240" y="33192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Isles Beach, FL, USA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36484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920240" y="3648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easychamp.com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0" y="2926080"/>
            <a:ext cx="457200" cy="457200"/>
          </a:xfrm>
          <a:prstGeom prst="ellipse">
            <a:avLst/>
          </a:prstGeom>
          <a:solidFill>
            <a:srgbClr val="2D7FF9"/>
          </a:solidFill>
          <a:ln/>
        </p:spPr>
      </p:sp>
      <p:sp>
        <p:nvSpPr>
          <p:cNvPr id="18" name="Shape 15"/>
          <p:cNvSpPr/>
          <p:nvPr/>
        </p:nvSpPr>
        <p:spPr>
          <a:xfrm>
            <a:off x="7955280" y="2651760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9" name="Shape 16"/>
          <p:cNvSpPr/>
          <p:nvPr/>
        </p:nvSpPr>
        <p:spPr>
          <a:xfrm>
            <a:off x="0" y="4343400"/>
            <a:ext cx="9144000" cy="548640"/>
          </a:xfrm>
          <a:prstGeom prst="rect">
            <a:avLst/>
          </a:prstGeom>
          <a:solidFill>
            <a:srgbClr val="1A2158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389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EASYCHAMP, INC.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0" y="4389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Street Champ — PlayStation 5 Project Pitch</dc:title>
  <dc:subject>PptxGenJS Presentation</dc:subject>
  <dc:creator>EasyChamp, Inc.</dc:creator>
  <cp:lastModifiedBy>EasyChamp, Inc.</cp:lastModifiedBy>
  <cp:revision>1</cp:revision>
  <dcterms:created xsi:type="dcterms:W3CDTF">2026-04-14T16:29:11Z</dcterms:created>
  <dcterms:modified xsi:type="dcterms:W3CDTF">2026-04-14T16:29:11Z</dcterms:modified>
</cp:coreProperties>
</file>